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81000" y="457200"/>
            <a:ext cx="6312690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Critical operations:</a:t>
            </a:r>
          </a:p>
          <a:p>
            <a:r>
              <a:rPr lang="en-US" dirty="0" smtClean="0"/>
              <a:t>Closing a trade once it has been decided.</a:t>
            </a:r>
          </a:p>
          <a:p>
            <a:r>
              <a:rPr lang="en-US" dirty="0" smtClean="0"/>
              <a:t>Placing a stop loss when I trade is created.</a:t>
            </a:r>
          </a:p>
          <a:p>
            <a:r>
              <a:rPr lang="en-US" dirty="0" smtClean="0"/>
              <a:t>Monitor Internet Connection.</a:t>
            </a:r>
          </a:p>
          <a:p>
            <a:r>
              <a:rPr lang="en-US" dirty="0" smtClean="0"/>
              <a:t>Stop trade creation after market closes at 5:00 pm </a:t>
            </a:r>
            <a:r>
              <a:rPr lang="en-US" dirty="0" err="1" smtClean="0"/>
              <a:t>NewYork</a:t>
            </a:r>
            <a:r>
              <a:rPr lang="en-US" dirty="0" smtClean="0"/>
              <a:t> time.</a:t>
            </a:r>
          </a:p>
          <a:p>
            <a:r>
              <a:rPr lang="en-US" dirty="0" smtClean="0"/>
              <a:t>Keep a track of </a:t>
            </a:r>
            <a:r>
              <a:rPr lang="en-US" dirty="0" smtClean="0"/>
              <a:t>trades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b="1" dirty="0" smtClean="0"/>
              <a:t>Rules:</a:t>
            </a:r>
          </a:p>
          <a:p>
            <a:r>
              <a:rPr lang="en-US" dirty="0" smtClean="0"/>
              <a:t>1. </a:t>
            </a:r>
            <a:r>
              <a:rPr lang="en-US" dirty="0" err="1" smtClean="0"/>
              <a:t>Bot</a:t>
            </a:r>
            <a:r>
              <a:rPr lang="en-US" dirty="0" smtClean="0"/>
              <a:t> needs to start with the market 8:30 am NY time or before</a:t>
            </a: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" y="3657600"/>
            <a:ext cx="4557713" cy="21215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Straight Connector 18"/>
          <p:cNvCxnSpPr/>
          <p:nvPr/>
        </p:nvCxnSpPr>
        <p:spPr>
          <a:xfrm>
            <a:off x="0" y="685800"/>
            <a:ext cx="8915400" cy="1588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lowchart: Process 2"/>
          <p:cNvSpPr/>
          <p:nvPr/>
        </p:nvSpPr>
        <p:spPr>
          <a:xfrm>
            <a:off x="2590800" y="1752600"/>
            <a:ext cx="1676400" cy="1066800"/>
          </a:xfrm>
          <a:prstGeom prst="flowChartProcess">
            <a:avLst/>
          </a:prstGeom>
          <a:noFill/>
          <a:ln w="76200" cmpd="thickThin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Trade Manager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6" name="Flowchart: Magnetic Disk 5"/>
          <p:cNvSpPr/>
          <p:nvPr/>
        </p:nvSpPr>
        <p:spPr>
          <a:xfrm>
            <a:off x="6019800" y="3581400"/>
            <a:ext cx="1143000" cy="1219200"/>
          </a:xfrm>
          <a:prstGeom prst="flowChartMagneticDisk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>
              <a:solidFill>
                <a:schemeClr val="tx1"/>
              </a:solidFill>
            </a:endParaRPr>
          </a:p>
          <a:p>
            <a:pPr algn="ctr"/>
            <a:r>
              <a:rPr lang="en-US" dirty="0" smtClean="0">
                <a:solidFill>
                  <a:schemeClr val="tx1"/>
                </a:solidFill>
              </a:rPr>
              <a:t>Historical Archive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lowchart: Magnetic Disk 8"/>
          <p:cNvSpPr/>
          <p:nvPr/>
        </p:nvSpPr>
        <p:spPr>
          <a:xfrm>
            <a:off x="4953000" y="1524000"/>
            <a:ext cx="1524000" cy="1524000"/>
          </a:xfrm>
          <a:prstGeom prst="flowChartMagneticDisk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>
              <a:solidFill>
                <a:schemeClr val="tx1"/>
              </a:solidFill>
            </a:endParaRPr>
          </a:p>
          <a:p>
            <a:pPr algn="ctr"/>
            <a:endParaRPr lang="en-US" dirty="0" smtClean="0">
              <a:solidFill>
                <a:schemeClr val="tx1"/>
              </a:solidFill>
            </a:endParaRPr>
          </a:p>
          <a:p>
            <a:pPr algn="ctr"/>
            <a:r>
              <a:rPr lang="en-US" dirty="0" err="1" smtClean="0">
                <a:solidFill>
                  <a:schemeClr val="tx1"/>
                </a:solidFill>
              </a:rPr>
              <a:t>Nito</a:t>
            </a:r>
            <a:endParaRPr lang="en-US" dirty="0" smtClean="0">
              <a:solidFill>
                <a:schemeClr val="tx1"/>
              </a:solidFill>
            </a:endParaRPr>
          </a:p>
          <a:p>
            <a:pPr algn="ctr"/>
            <a:r>
              <a:rPr lang="en-US" dirty="0" smtClean="0">
                <a:solidFill>
                  <a:schemeClr val="tx1"/>
                </a:solidFill>
              </a:rPr>
              <a:t>Trade Analyzer</a:t>
            </a:r>
          </a:p>
          <a:p>
            <a:pPr algn="ctr"/>
            <a:endParaRPr lang="en-US" dirty="0"/>
          </a:p>
        </p:txBody>
      </p:sp>
      <p:sp>
        <p:nvSpPr>
          <p:cNvPr id="10" name="Flowchart: Process 9"/>
          <p:cNvSpPr/>
          <p:nvPr/>
        </p:nvSpPr>
        <p:spPr>
          <a:xfrm>
            <a:off x="1524000" y="4191000"/>
            <a:ext cx="1295400" cy="609600"/>
          </a:xfrm>
          <a:prstGeom prst="flowChartProces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chemeClr val="tx1"/>
                </a:solidFill>
              </a:rPr>
              <a:t>Comms</a:t>
            </a:r>
            <a:r>
              <a:rPr lang="en-US" dirty="0" smtClean="0">
                <a:solidFill>
                  <a:schemeClr val="tx1"/>
                </a:solidFill>
              </a:rPr>
              <a:t>’</a:t>
            </a:r>
          </a:p>
          <a:p>
            <a:pPr algn="ctr"/>
            <a:r>
              <a:rPr lang="en-US" dirty="0" smtClean="0">
                <a:solidFill>
                  <a:schemeClr val="tx1"/>
                </a:solidFill>
              </a:rPr>
              <a:t>Manager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Flowchart: Multidocument 10"/>
          <p:cNvSpPr/>
          <p:nvPr/>
        </p:nvSpPr>
        <p:spPr>
          <a:xfrm>
            <a:off x="2895600" y="5257800"/>
            <a:ext cx="1371600" cy="1143000"/>
          </a:xfrm>
          <a:prstGeom prst="flowChartMultidocumen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Logs</a:t>
            </a:r>
          </a:p>
          <a:p>
            <a:pPr algn="ctr"/>
            <a:r>
              <a:rPr lang="en-US" dirty="0" smtClean="0">
                <a:solidFill>
                  <a:schemeClr val="tx1"/>
                </a:solidFill>
              </a:rPr>
              <a:t>Manager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lowchart: Document 11"/>
          <p:cNvSpPr/>
          <p:nvPr/>
        </p:nvSpPr>
        <p:spPr>
          <a:xfrm>
            <a:off x="533400" y="5257800"/>
            <a:ext cx="1066800" cy="838200"/>
          </a:xfrm>
          <a:prstGeom prst="flowChartDocumen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Reporting</a:t>
            </a:r>
          </a:p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Manager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4" name="Flowchart: Process 13"/>
          <p:cNvSpPr/>
          <p:nvPr/>
        </p:nvSpPr>
        <p:spPr>
          <a:xfrm>
            <a:off x="7543800" y="2667000"/>
            <a:ext cx="1295400" cy="914400"/>
          </a:xfrm>
          <a:prstGeom prst="flowChartProces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AI Modeling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lowchart: Process 14"/>
          <p:cNvSpPr/>
          <p:nvPr/>
        </p:nvSpPr>
        <p:spPr>
          <a:xfrm>
            <a:off x="7543800" y="4419600"/>
            <a:ext cx="1371600" cy="838200"/>
          </a:xfrm>
          <a:prstGeom prst="flowChartProces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Simulations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Flowchart: Process 16"/>
          <p:cNvSpPr/>
          <p:nvPr/>
        </p:nvSpPr>
        <p:spPr>
          <a:xfrm>
            <a:off x="3276600" y="3276600"/>
            <a:ext cx="1295400" cy="914400"/>
          </a:xfrm>
          <a:prstGeom prst="flowChartProces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Profit</a:t>
            </a:r>
          </a:p>
          <a:p>
            <a:pPr algn="ctr"/>
            <a:r>
              <a:rPr lang="en-US" dirty="0" smtClean="0">
                <a:solidFill>
                  <a:schemeClr val="tx1"/>
                </a:solidFill>
              </a:rPr>
              <a:t>Controller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886200" y="228600"/>
            <a:ext cx="1447800" cy="762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chemeClr val="tx1"/>
                </a:solidFill>
              </a:rPr>
              <a:t>Oanda</a:t>
            </a:r>
            <a:endParaRPr lang="en-US" dirty="0" smtClean="0">
              <a:solidFill>
                <a:schemeClr val="tx1"/>
              </a:solidFill>
            </a:endParaRPr>
          </a:p>
          <a:p>
            <a:pPr algn="ctr"/>
            <a:r>
              <a:rPr lang="en-US" dirty="0" smtClean="0">
                <a:solidFill>
                  <a:schemeClr val="tx1"/>
                </a:solidFill>
              </a:rPr>
              <a:t>API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Flowchart: Process 1"/>
          <p:cNvSpPr/>
          <p:nvPr/>
        </p:nvSpPr>
        <p:spPr>
          <a:xfrm>
            <a:off x="1828800" y="381000"/>
            <a:ext cx="762000" cy="533400"/>
          </a:xfrm>
          <a:prstGeom prst="flowChartProcess">
            <a:avLst/>
          </a:prstGeom>
          <a:solidFill>
            <a:schemeClr val="bg1"/>
          </a:solidFill>
          <a:ln w="76200" cmpd="thickThin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solidFill>
                  <a:srgbClr val="FF0000"/>
                </a:solidFill>
              </a:rPr>
              <a:t>Internet Monitor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13" name="Flowchart: Process 12"/>
          <p:cNvSpPr/>
          <p:nvPr/>
        </p:nvSpPr>
        <p:spPr>
          <a:xfrm>
            <a:off x="609600" y="381000"/>
            <a:ext cx="762000" cy="533400"/>
          </a:xfrm>
          <a:prstGeom prst="flowChartProcess">
            <a:avLst/>
          </a:prstGeom>
          <a:solidFill>
            <a:schemeClr val="bg1"/>
          </a:solidFill>
          <a:ln w="76200" cmpd="thickThin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solidFill>
                  <a:srgbClr val="FF0000"/>
                </a:solidFill>
              </a:rPr>
              <a:t>External</a:t>
            </a:r>
          </a:p>
          <a:p>
            <a:pPr algn="ctr"/>
            <a:r>
              <a:rPr lang="en-US" sz="1100" dirty="0" smtClean="0">
                <a:solidFill>
                  <a:srgbClr val="FF0000"/>
                </a:solidFill>
              </a:rPr>
              <a:t>Events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791200" y="304800"/>
            <a:ext cx="1676400" cy="76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Info scrapper(</a:t>
            </a:r>
            <a:r>
              <a:rPr lang="en-US" dirty="0" err="1" smtClean="0">
                <a:solidFill>
                  <a:schemeClr val="tx1"/>
                </a:solidFill>
              </a:rPr>
              <a:t>int</a:t>
            </a:r>
            <a:r>
              <a:rPr lang="en-US" dirty="0" smtClean="0">
                <a:solidFill>
                  <a:schemeClr val="tx1"/>
                </a:solidFill>
              </a:rPr>
              <a:t> rate, </a:t>
            </a:r>
            <a:r>
              <a:rPr lang="en-US" dirty="0" err="1" smtClean="0">
                <a:solidFill>
                  <a:schemeClr val="tx1"/>
                </a:solidFill>
              </a:rPr>
              <a:t>FnG</a:t>
            </a:r>
            <a:r>
              <a:rPr lang="en-US" dirty="0" smtClean="0">
                <a:solidFill>
                  <a:schemeClr val="tx1"/>
                </a:solidFill>
              </a:rPr>
              <a:t>, VIX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Can 19"/>
          <p:cNvSpPr/>
          <p:nvPr/>
        </p:nvSpPr>
        <p:spPr>
          <a:xfrm>
            <a:off x="6096000" y="5486400"/>
            <a:ext cx="990600" cy="1143000"/>
          </a:xfrm>
          <a:prstGeom prst="ca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chemeClr val="tx1"/>
                </a:solidFill>
              </a:rPr>
              <a:t>Nito</a:t>
            </a:r>
            <a:r>
              <a:rPr lang="en-US" dirty="0" smtClean="0">
                <a:solidFill>
                  <a:schemeClr val="tx1"/>
                </a:solidFill>
              </a:rPr>
              <a:t> RT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04800" y="1295400"/>
            <a:ext cx="1676400" cy="76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Scheduler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lowchart: Document 22"/>
          <p:cNvSpPr/>
          <p:nvPr/>
        </p:nvSpPr>
        <p:spPr>
          <a:xfrm>
            <a:off x="457200" y="2590800"/>
            <a:ext cx="1219200" cy="762000"/>
          </a:xfrm>
          <a:prstGeom prst="flowChartDocumen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Orders’</a:t>
            </a:r>
          </a:p>
          <a:p>
            <a:pPr algn="ctr"/>
            <a:r>
              <a:rPr lang="en-US" dirty="0" smtClean="0">
                <a:solidFill>
                  <a:schemeClr val="tx1"/>
                </a:solidFill>
              </a:rPr>
              <a:t>status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639</TotalTime>
  <Words>98</Words>
  <Application>Microsoft Office PowerPoint</Application>
  <PresentationFormat>On-screen Show (4:3)</PresentationFormat>
  <Paragraphs>38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Slide 1</vt:lpstr>
      <vt:lpstr>Slide 2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Carlos</dc:creator>
  <cp:lastModifiedBy>Carlos</cp:lastModifiedBy>
  <cp:revision>58</cp:revision>
  <dcterms:created xsi:type="dcterms:W3CDTF">2006-08-16T00:00:00Z</dcterms:created>
  <dcterms:modified xsi:type="dcterms:W3CDTF">2024-04-30T18:03:52Z</dcterms:modified>
</cp:coreProperties>
</file>